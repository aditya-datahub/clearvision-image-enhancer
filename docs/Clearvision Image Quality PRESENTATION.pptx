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71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42B4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C3A63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583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PRESENTATION  ·  COMPUTER SCIENCE &amp; ENGINEERING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CLEARVISION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AFC2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Quality Enhancement System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2011680" cy="0"/>
          </a:xfrm>
          <a:prstGeom prst="line">
            <a:avLst/>
          </a:prstGeom>
          <a:noFill/>
          <a:ln w="31750">
            <a:solidFill>
              <a:srgbClr val="FF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Shouvik Dutta Banik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17600122068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Sharma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7764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17600122065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977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 Masanta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77640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17600122024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43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Verma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7764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17600122025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873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166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Shyamal Pal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5486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Department of CSE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989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· 8th SEMESTER   |   ACADEMIC YEAR 2025 – 2026</a:t>
            </a:r>
            <a:endParaRPr lang="en-US" sz="1200" dirty="0"/>
          </a:p>
        </p:txBody>
      </p:sp>
      <p:pic>
        <p:nvPicPr>
          <p:cNvPr id="22" name="Image 0" descr="assets/hetc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685800"/>
            <a:ext cx="1417320" cy="12801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15400" y="2057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Hooghly Engineering &amp;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College, Hooghly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91540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Affiliated to Maulana Abul Kalam Azad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Technology, West Bengal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IMAGE QUALITY PROBLEMS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0432" y="1847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70432" y="21305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Grainy pixels from low-quality sensors or poor lighting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779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70432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washed-out tones hide important detail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3712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70432" y="3995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edges make images difficult to interpret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4645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Colors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70432" y="49286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Faded, lifeless colors reduce visual appeal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1508760"/>
            <a:ext cx="5166360" cy="48920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1508760"/>
            <a:ext cx="5166360" cy="82296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783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IMAGE ENHANCEMENT?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2148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improving an image's visual appearance — clarity, contrast, sharpness, and colour — for human viewing, while preserving essential information. Unlike restoration, enhancement focuses on visual appeal rather than recovering a “original” state.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AT A GLANCE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3950208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38313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system combining four enhancement techniques in one pipeline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4608576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448970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 and JavaScript — runs entirely inside the browser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66560" y="5266944"/>
            <a:ext cx="82296" cy="822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514807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installation, no server upload — fast, private, accessible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editing tools and single-algorithm enhancers each solve only part of the problem. Clearvision integrates the strongest techniques from the literature into one lightweight browser pipeline.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074420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9768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0956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CLEARVISION SYSTEM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744200" cy="5943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Techniques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6060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 limited algorithms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09560" y="26060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integrated techniques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0744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32004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required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9560" y="32004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Browser-based, no installation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0744200" cy="5943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94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3794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or server-based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09560" y="37947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processing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0744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891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Privacy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7680" y="43891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may be uploaded to servers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09560" y="43891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stay on the local device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0744200" cy="5943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983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97680" y="4983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customization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9560" y="4983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levels &amp; algorithm selection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0744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5778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Comparison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297680" y="55778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preview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9560" y="55778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&amp; slider comparison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image noise while preserving edges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0760" y="16002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/>
        </p:spPr>
      </p:sp>
      <p:sp>
        <p:nvSpPr>
          <p:cNvPr id="8" name="Shape 6"/>
          <p:cNvSpPr/>
          <p:nvPr/>
        </p:nvSpPr>
        <p:spPr>
          <a:xfrm>
            <a:off x="6245352" y="1764792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1600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local image contrast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697480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53288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edges and fine details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0760" y="253288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45352" y="2697480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253288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and enrich image colours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46557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630168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4655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original vs. enhanced images instantly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80760" y="346557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6245352" y="3630168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5" name="Text 23"/>
          <p:cNvSpPr/>
          <p:nvPr/>
        </p:nvSpPr>
        <p:spPr>
          <a:xfrm>
            <a:off x="6245352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34655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one-click download of results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39826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562856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439826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complete user privacy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80760" y="439826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3F6F9"/>
          </a:solidFill>
          <a:ln/>
        </p:spPr>
      </p:sp>
      <p:sp>
        <p:nvSpPr>
          <p:cNvPr id="32" name="Shape 30"/>
          <p:cNvSpPr/>
          <p:nvPr/>
        </p:nvSpPr>
        <p:spPr>
          <a:xfrm>
            <a:off x="6245352" y="4562856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33" name="Text 31"/>
          <p:cNvSpPr/>
          <p:nvPr/>
        </p:nvSpPr>
        <p:spPr>
          <a:xfrm>
            <a:off x="6245352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439826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entirely inside the browser — no install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41894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Image 0" descr="assets/activity_dia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17241"/>
            <a:ext cx="4291583" cy="61932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00200"/>
            <a:ext cx="329184" cy="329184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1005840" y="1545336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ClearVision web application &amp; upload an image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167128"/>
            <a:ext cx="329184" cy="329184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1005840" y="2112264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format (JPG / PNG / WebP)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734056"/>
            <a:ext cx="329184" cy="329184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15" name="Text 12"/>
          <p:cNvSpPr/>
          <p:nvPr/>
        </p:nvSpPr>
        <p:spPr>
          <a:xfrm>
            <a:off x="1005840" y="2679192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enhancement strength — Light, Medium or Max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3300984"/>
            <a:ext cx="329184" cy="329184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18" name="Text 15"/>
          <p:cNvSpPr/>
          <p:nvPr/>
        </p:nvSpPr>
        <p:spPr>
          <a:xfrm>
            <a:off x="1005840" y="3246120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algorithms and click “Enhance Image”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3867912"/>
            <a:ext cx="329184" cy="329184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21" name="Text 18"/>
          <p:cNvSpPr/>
          <p:nvPr/>
        </p:nvSpPr>
        <p:spPr>
          <a:xfrm>
            <a:off x="1005840" y="3813048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loads into the HTML5 Canvas for pixel-level processing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434840"/>
            <a:ext cx="329184" cy="329184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36" dirty="0"/>
          </a:p>
        </p:txBody>
      </p:sp>
      <p:sp>
        <p:nvSpPr>
          <p:cNvPr id="24" name="Text 21"/>
          <p:cNvSpPr/>
          <p:nvPr/>
        </p:nvSpPr>
        <p:spPr>
          <a:xfrm>
            <a:off x="1005840" y="4379976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apply Bilateral Filter → CLAHE → Unsharp Masking → Saturation Boost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8640" y="5001768"/>
            <a:ext cx="329184" cy="329184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5001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36" dirty="0"/>
          </a:p>
        </p:txBody>
      </p:sp>
      <p:sp>
        <p:nvSpPr>
          <p:cNvPr id="27" name="Text 24"/>
          <p:cNvSpPr/>
          <p:nvPr/>
        </p:nvSpPr>
        <p:spPr>
          <a:xfrm>
            <a:off x="1005840" y="4946904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with original &amp; generate the enhanced image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8640" y="5568696"/>
            <a:ext cx="329184" cy="329184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" y="5568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36" dirty="0"/>
          </a:p>
        </p:txBody>
      </p:sp>
      <p:sp>
        <p:nvSpPr>
          <p:cNvPr id="30" name="Text 27"/>
          <p:cNvSpPr/>
          <p:nvPr/>
        </p:nvSpPr>
        <p:spPr>
          <a:xfrm>
            <a:off x="1005840" y="5513832"/>
            <a:ext cx="6751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original vs. enhanced, then download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Technology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9202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64008" cy="1920240"/>
          </a:xfrm>
          <a:prstGeom prst="rect">
            <a:avLst/>
          </a:prstGeom>
          <a:solidFill>
            <a:srgbClr val="1E8FA8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19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21214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the interface — upload controls, enhancement options and the Canvas workspace for pixel-level manipulation.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554480"/>
            <a:ext cx="3520440" cy="19202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1554480"/>
            <a:ext cx="64008" cy="192024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4462272" y="1719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62272" y="21214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clean, responsive layout — buttons, panels, comparison sliders and animations across screen sizes.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1554480"/>
            <a:ext cx="3520440" cy="19202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1554480"/>
            <a:ext cx="64008" cy="1920240"/>
          </a:xfrm>
          <a:prstGeom prst="rect">
            <a:avLst/>
          </a:prstGeom>
          <a:solidFill>
            <a:srgbClr val="1E8FA8"/>
          </a:solidFill>
          <a:ln/>
        </p:spPr>
      </p:sp>
      <p:sp>
        <p:nvSpPr>
          <p:cNvPr id="13" name="Text 11"/>
          <p:cNvSpPr/>
          <p:nvPr/>
        </p:nvSpPr>
        <p:spPr>
          <a:xfrm>
            <a:off x="8119872" y="1719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119872" y="21214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every function: uploads, enhancement algorithms, comparison, and downloads — all client-side.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3520440" cy="19202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611880"/>
            <a:ext cx="64008" cy="192024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776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Canvas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" y="4178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processing platform. Reads pixel data with getImageData() and writes results with putImageData().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06240" y="3611880"/>
            <a:ext cx="3520440" cy="19202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206240" y="3611880"/>
            <a:ext cx="64008" cy="1920240"/>
          </a:xfrm>
          <a:prstGeom prst="rect">
            <a:avLst/>
          </a:prstGeom>
          <a:solidFill>
            <a:srgbClr val="1E8FA8"/>
          </a:solidFill>
          <a:ln/>
        </p:spPr>
      </p:sp>
      <p:sp>
        <p:nvSpPr>
          <p:cNvPr id="21" name="Text 19"/>
          <p:cNvSpPr/>
          <p:nvPr/>
        </p:nvSpPr>
        <p:spPr>
          <a:xfrm>
            <a:off x="4462272" y="3776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FileReader API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462272" y="4178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local image files directly into the browser — no server round-trip, faster and more private.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63840" y="3611880"/>
            <a:ext cx="3520440" cy="19202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3611880"/>
            <a:ext cx="64008" cy="192024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37764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Cross-Browser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119872" y="4178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Chrome, Edge and Firefox across Windows, Linux and macOS with no platform-specific code.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286000"/>
            <a:ext cx="1993392" cy="2834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45059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2999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3232" y="3520440"/>
            <a:ext cx="17313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image via FileReader; validates JPG / PNG / WebP and loads it onto the canvas.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23744" y="34747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06624" y="2286000"/>
            <a:ext cx="1993392" cy="2834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9" name="Text 7"/>
          <p:cNvSpPr/>
          <p:nvPr/>
        </p:nvSpPr>
        <p:spPr>
          <a:xfrm>
            <a:off x="2871216" y="245059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71216" y="2999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Config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71216" y="35204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enhancement strength — Light, Medium or Max — and pick one or more techniques.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34747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64608" y="2286000"/>
            <a:ext cx="1993392" cy="2834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45059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29200" y="2999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module: applies Bilateral Filter, CLAHE, Unsharp Masking and Saturation Boost in sequence.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839712" y="34747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22592" y="2286000"/>
            <a:ext cx="1993392" cy="2834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7187184" y="245059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87184" y="2999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87184" y="35204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output with side-by-side view and an interactive comparison slider.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97696" y="34747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80576" y="2286000"/>
            <a:ext cx="1993392" cy="2834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9345168" y="245059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3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345168" y="2999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345168" y="35204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processed canvas into an image file for one-click download.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runs locally in the browser — no server upload, faster execution, complete data privacy.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Bilateral Filter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edge-preserving smoothing filter. It reduces noise by averaging neighbouring pixels, weighted by both spatial distance and intensity similarity — so it smooths flat regions without blurring edges.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2478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pic>
        <p:nvPicPr>
          <p:cNvPr id="5" name="Image 0" descr="assets/bilateral_formul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47672"/>
            <a:ext cx="5029200" cy="2505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920240"/>
            <a:ext cx="5623560" cy="457200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63640" y="23957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Image  </a:t>
            </a: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Noise-reduced Image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2971800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56832" y="2926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uploaded image from the HTML5 Canvas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63640" y="3374136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56832" y="33284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neighbourhood around each pixel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63640" y="3776472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56832" y="37307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spatial weight based on pixel distance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63640" y="4178808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56832" y="41330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intensity weight based on intensity difference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63640" y="4581144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6364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56832" y="45354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both weights to get the final weight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63640" y="4983480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640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56832" y="4937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weighted average of neighbouring pixels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63640" y="5385816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5385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656832" y="53400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original pixel with the filtered value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63640" y="5788152"/>
            <a:ext cx="292608" cy="29260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8"/>
          <p:cNvSpPr/>
          <p:nvPr/>
        </p:nvSpPr>
        <p:spPr>
          <a:xfrm>
            <a:off x="6263640" y="5788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656832" y="57424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all pixels and return the filtered image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48640" y="4535705"/>
            <a:ext cx="5257800" cy="1819375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70029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COMES FIRST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22960" y="5020337"/>
            <a:ext cx="4754880" cy="1225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filtering is applied as the first enhancement step. It cleans the image of unwanted noise while preserving edges — giving CLAHE and Unsharp Masking a clean, reliable input to work with.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86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CLAHE (Contrast Limited Adaptive Histogram Equalization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744200" cy="47091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084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Noise-reduced image        </a:t>
            </a: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Contrast-enhanced image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715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filtered image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89320" y="2743200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715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image into small tiles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40156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1371600" y="3374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histogram of each tile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9320" y="3401568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374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clip limit to each histogram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4059936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032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 the clipped pixels uniformly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9320" y="4059936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032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histogram equalization on each tile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8680" y="4718304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46908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neighbouring tiles to remove boundaries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89320" y="4718304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46908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enhanced output image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Unsharp Masking &amp; Saturation Boost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498348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349240" cy="73152"/>
          </a:xfrm>
          <a:prstGeom prst="rect">
            <a:avLst/>
          </a:prstGeom>
          <a:solidFill>
            <a:srgbClr val="1E8F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UNSHARP MASKING — Sharpening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5029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Subtracts a blurred copy from the original image to sharpen edges.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48006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517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Sharpened = Original + Amount × (Original − Blurred)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67328"/>
            <a:ext cx="256032" cy="256032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37124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contrast-enhanced image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151376"/>
            <a:ext cx="256032" cy="256032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40965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blurred version of the image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535424"/>
            <a:ext cx="256032" cy="256032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35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4480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difference: original − blurred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4919472"/>
            <a:ext cx="256032" cy="256032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19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48646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difference by the sharpening factor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5303520"/>
            <a:ext cx="256032" cy="256032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03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70432" y="52486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result back to the original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5687568"/>
            <a:ext cx="256032" cy="256032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687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32" y="56327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pixel values to the valid range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80760" y="1508760"/>
            <a:ext cx="5532120" cy="498348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080760" y="1508760"/>
            <a:ext cx="5532120" cy="73152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SATURATION BOOST — Colour Enhancement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55080" y="2029968"/>
            <a:ext cx="528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saturation in HSL space without affecting hue or brightness.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5080" y="27432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69480" y="274320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34072" y="27432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7434072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48472" y="274320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513064" y="27432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6B4A"/>
          </a:solidFill>
          <a:ln/>
        </p:spPr>
      </p:sp>
      <p:sp>
        <p:nvSpPr>
          <p:cNvPr id="39" name="Text 37"/>
          <p:cNvSpPr/>
          <p:nvPr/>
        </p:nvSpPr>
        <p:spPr>
          <a:xfrm>
            <a:off x="8513064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427464" y="274320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592056" y="27432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42" name="Text 40"/>
          <p:cNvSpPr/>
          <p:nvPr/>
        </p:nvSpPr>
        <p:spPr>
          <a:xfrm>
            <a:off x="9592056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506456" y="274320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671048" y="27432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</p:spPr>
      </p:sp>
      <p:sp>
        <p:nvSpPr>
          <p:cNvPr id="45" name="Text 43"/>
          <p:cNvSpPr/>
          <p:nvPr/>
        </p:nvSpPr>
        <p:spPr>
          <a:xfrm>
            <a:off x="10671048" y="2743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5508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55080" y="3813048"/>
            <a:ext cx="256032" cy="25603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02552" y="3758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sharpened image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5080" y="4197096"/>
            <a:ext cx="256032" cy="25603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1" name="Text 49"/>
          <p:cNvSpPr/>
          <p:nvPr/>
        </p:nvSpPr>
        <p:spPr>
          <a:xfrm>
            <a:off x="635508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702552" y="41422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pixel from RGB to HSL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5080" y="4581144"/>
            <a:ext cx="256032" cy="25603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4581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02552" y="45262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saturation using the scaling factor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55080" y="4965192"/>
            <a:ext cx="256032" cy="25603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7" name="Text 55"/>
          <p:cNvSpPr/>
          <p:nvPr/>
        </p:nvSpPr>
        <p:spPr>
          <a:xfrm>
            <a:off x="6355080" y="4965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702552" y="49103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saturation to the valid range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55080" y="5349240"/>
            <a:ext cx="256032" cy="25603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0" name="Text 58"/>
          <p:cNvSpPr/>
          <p:nvPr/>
        </p:nvSpPr>
        <p:spPr>
          <a:xfrm>
            <a:off x="6355080" y="5349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702552" y="52943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modified HSL values back to RGB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55080" y="5733288"/>
            <a:ext cx="256032" cy="25603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3" name="Text 61"/>
          <p:cNvSpPr/>
          <p:nvPr/>
        </p:nvSpPr>
        <p:spPr>
          <a:xfrm>
            <a:off x="6355080" y="5733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702552" y="56784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pixel values — generate the final image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14173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29384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808" y="236829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required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600200"/>
            <a:ext cx="3520440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07408" y="1927704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07408" y="235000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dependency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63840" y="1600200"/>
            <a:ext cx="3520440" cy="14173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80650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65008" y="1906524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· PNG · WebP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65008" y="235000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format support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3520440" cy="14173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347472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Enhancement Levels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394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Medium, Max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06240" y="3154680"/>
            <a:ext cx="3520440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440740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07408" y="349300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Algorithms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07408" y="3953939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per image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863840" y="3131821"/>
            <a:ext cx="3520440" cy="14173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0" name="Text 28"/>
          <p:cNvSpPr/>
          <p:nvPr/>
        </p:nvSpPr>
        <p:spPr>
          <a:xfrm>
            <a:off x="806500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65008" y="3497113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65008" y="4037075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feedback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3520440" cy="14173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9808" y="4965379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9808" y="543965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vs. enhanced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06240" y="4709160"/>
            <a:ext cx="3520440" cy="1417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0" name="Text 38"/>
          <p:cNvSpPr/>
          <p:nvPr/>
        </p:nvSpPr>
        <p:spPr>
          <a:xfrm>
            <a:off x="4407408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407408" y="497890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Slider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07408" y="540410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reveal changes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863840" y="4709160"/>
            <a:ext cx="3520440" cy="141732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5" name="Text 43"/>
          <p:cNvSpPr/>
          <p:nvPr/>
        </p:nvSpPr>
        <p:spPr>
          <a:xfrm>
            <a:off x="8065008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65008" y="497890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065008" y="538497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results instantly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 ·  Landscape Photograph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5B6B7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IMAGE</a:t>
            </a:r>
            <a:endParaRPr lang="en-US" sz="1400" dirty="0"/>
          </a:p>
        </p:txBody>
      </p:sp>
      <p:pic>
        <p:nvPicPr>
          <p:cNvPr id="6" name="Image 0" descr="assets/tc1_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867" y="1810512"/>
            <a:ext cx="2769361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526280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Started With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" y="4965192"/>
            <a:ext cx="82296" cy="82296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85546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noise and grain in shadow areas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6072" y="5276088"/>
            <a:ext cx="82296" cy="82296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16636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low local contrast in rock texture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6072" y="5586984"/>
            <a:ext cx="82296" cy="82296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7725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Softer, less defined edge detail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6072" y="5897880"/>
            <a:ext cx="82296" cy="82296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788152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Muted, slightly dull colour tones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54496" y="153619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E8FA8"/>
          </a:solidFill>
          <a:ln/>
        </p:spPr>
      </p:sp>
      <p:sp>
        <p:nvSpPr>
          <p:cNvPr id="17" name="Text 14"/>
          <p:cNvSpPr/>
          <p:nvPr/>
        </p:nvSpPr>
        <p:spPr>
          <a:xfrm>
            <a:off x="6254496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IMAGE</a:t>
            </a:r>
            <a:endParaRPr lang="en-US" sz="1400" dirty="0"/>
          </a:p>
        </p:txBody>
      </p:sp>
      <p:pic>
        <p:nvPicPr>
          <p:cNvPr id="18" name="Image 1" descr="assets/tc1_enhanc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421" y="1810512"/>
            <a:ext cx="2811967" cy="2606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54496" y="4526280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281928" y="4965192"/>
            <a:ext cx="82296" cy="82296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1" name="Text 17"/>
          <p:cNvSpPr/>
          <p:nvPr/>
        </p:nvSpPr>
        <p:spPr>
          <a:xfrm>
            <a:off x="6483096" y="485546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reduced — cleaner shadow regions (Bilateral Filter)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281928" y="5276088"/>
            <a:ext cx="82296" cy="82296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3" name="Text 19"/>
          <p:cNvSpPr/>
          <p:nvPr/>
        </p:nvSpPr>
        <p:spPr>
          <a:xfrm>
            <a:off x="6483096" y="516636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contrast improved — hidden detail revealed (CLAHE)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81928" y="5586984"/>
            <a:ext cx="82296" cy="82296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5" name="Text 21"/>
          <p:cNvSpPr/>
          <p:nvPr/>
        </p:nvSpPr>
        <p:spPr>
          <a:xfrm>
            <a:off x="6483096" y="547725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sharpened — crisper textures (Unsharp Masking)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281928" y="5897880"/>
            <a:ext cx="82296" cy="82296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7" name="Text 23"/>
          <p:cNvSpPr/>
          <p:nvPr/>
        </p:nvSpPr>
        <p:spPr>
          <a:xfrm>
            <a:off x="6483096" y="5788152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enriched — richer, vibrant tones (Saturation Boost)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094476" y="1536192"/>
            <a:ext cx="0" cy="4480560"/>
          </a:xfrm>
          <a:prstGeom prst="line">
            <a:avLst/>
          </a:prstGeom>
          <a:noFill/>
          <a:ln w="12700">
            <a:solidFill>
              <a:srgbClr val="E1E7E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606040" cy="21488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892808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96" dirty="0"/>
          </a:p>
        </p:txBody>
      </p:sp>
      <p:sp>
        <p:nvSpPr>
          <p:cNvPr id="6" name="Text 4"/>
          <p:cNvSpPr/>
          <p:nvPr/>
        </p:nvSpPr>
        <p:spPr>
          <a:xfrm>
            <a:off x="749808" y="24414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Photography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880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Clearer, more vibrant photographs from poor lighting conditions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606040" cy="21488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9" name="Shape 7"/>
          <p:cNvSpPr/>
          <p:nvPr/>
        </p:nvSpPr>
        <p:spPr>
          <a:xfrm>
            <a:off x="3493008" y="1892808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96" dirty="0"/>
          </a:p>
        </p:txBody>
      </p:sp>
      <p:sp>
        <p:nvSpPr>
          <p:cNvPr id="11" name="Text 9"/>
          <p:cNvSpPr/>
          <p:nvPr/>
        </p:nvSpPr>
        <p:spPr>
          <a:xfrm>
            <a:off x="3493008" y="24414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2880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visibility of X-rays, MRI and CT scans for diagnosis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06040" cy="21488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36208" y="1892808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96" dirty="0"/>
          </a:p>
        </p:txBody>
      </p:sp>
      <p:sp>
        <p:nvSpPr>
          <p:cNvPr id="16" name="Text 14"/>
          <p:cNvSpPr/>
          <p:nvPr/>
        </p:nvSpPr>
        <p:spPr>
          <a:xfrm>
            <a:off x="6236208" y="24414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Systems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36208" y="2880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Sharper, cleaner CCTV footage for identification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78240" y="1691640"/>
            <a:ext cx="2606040" cy="21488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979408" y="1892808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97940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96" dirty="0"/>
          </a:p>
        </p:txBody>
      </p:sp>
      <p:sp>
        <p:nvSpPr>
          <p:cNvPr id="21" name="Text 19"/>
          <p:cNvSpPr/>
          <p:nvPr/>
        </p:nvSpPr>
        <p:spPr>
          <a:xfrm>
            <a:off x="8979408" y="24414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Enhancement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79408" y="2880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readability of faded scans and old records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2606040" cy="21488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4178808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96" dirty="0"/>
          </a:p>
        </p:txBody>
      </p:sp>
      <p:sp>
        <p:nvSpPr>
          <p:cNvPr id="26" name="Text 24"/>
          <p:cNvSpPr/>
          <p:nvPr/>
        </p:nvSpPr>
        <p:spPr>
          <a:xfrm>
            <a:off x="749808" y="47274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" y="5166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satellite &amp; aerial imagery for mapping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91840" y="3977640"/>
            <a:ext cx="2606040" cy="21488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3493008" y="4178808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96" dirty="0"/>
          </a:p>
        </p:txBody>
      </p:sp>
      <p:sp>
        <p:nvSpPr>
          <p:cNvPr id="31" name="Text 29"/>
          <p:cNvSpPr/>
          <p:nvPr/>
        </p:nvSpPr>
        <p:spPr>
          <a:xfrm>
            <a:off x="3493008" y="47274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Content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93008" y="5166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quality boost before sharing or publishing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35040" y="3977640"/>
            <a:ext cx="2606040" cy="214884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236208" y="41788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96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96" dirty="0"/>
          </a:p>
        </p:txBody>
      </p:sp>
      <p:sp>
        <p:nvSpPr>
          <p:cNvPr id="36" name="Text 34"/>
          <p:cNvSpPr/>
          <p:nvPr/>
        </p:nvSpPr>
        <p:spPr>
          <a:xfrm>
            <a:off x="6236208" y="472744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Research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36208" y="51663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teaching tool for image processing concepts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10515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97380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97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53312" y="1728216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Enhancement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3312" y="2057400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image quality &amp; recommend parameters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62472" y="1600200"/>
            <a:ext cx="5349240" cy="10515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189738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/>
          <p:nvPr/>
        </p:nvSpPr>
        <p:spPr>
          <a:xfrm>
            <a:off x="6245352" y="1897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67144" y="1728216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67144" y="2057400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multiple images simultaneously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16352"/>
            <a:ext cx="5349240" cy="10515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113532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13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53312" y="2944368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3312" y="3273552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&amp; iOS support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62472" y="2816352"/>
            <a:ext cx="5349240" cy="10515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5352" y="3113532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3113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67144" y="2944368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Integration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67144" y="3273552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store &amp; access from any device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032504"/>
            <a:ext cx="5349240" cy="10515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329684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3296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53312" y="4160520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53312" y="4489704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 &amp; WebAssembly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62472" y="4032504"/>
            <a:ext cx="5349240" cy="10515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245352" y="4329684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0" name="Text 28"/>
          <p:cNvSpPr/>
          <p:nvPr/>
        </p:nvSpPr>
        <p:spPr>
          <a:xfrm>
            <a:off x="6245352" y="43296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67144" y="4160520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Formats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67144" y="4489704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TIFF, RAW and BMP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248656"/>
            <a:ext cx="5349240" cy="10515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5545836"/>
            <a:ext cx="457200" cy="457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5458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53312" y="5376672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Enhancement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53312" y="5705856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enhancement via webcam feed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062472" y="5248656"/>
            <a:ext cx="5349240" cy="105156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9" name="Shape 37"/>
          <p:cNvSpPr/>
          <p:nvPr/>
        </p:nvSpPr>
        <p:spPr>
          <a:xfrm>
            <a:off x="6245352" y="554583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0" name="Text 38"/>
          <p:cNvSpPr/>
          <p:nvPr/>
        </p:nvSpPr>
        <p:spPr>
          <a:xfrm>
            <a:off x="6245352" y="55458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67144" y="5376672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67144" y="5705856"/>
            <a:ext cx="4361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personalised enhancement presets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42B4E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successfully integrates Bilateral Filtering, CLAHE, Unsharp Masking and Saturation Boost into a single, lightweight web application — improving image clarity, contrast, sharpness and colour while preserving a natural appearance.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06040" cy="3291840"/>
          </a:xfrm>
          <a:prstGeom prst="rect">
            <a:avLst/>
          </a:prstGeom>
          <a:solidFill>
            <a:srgbClr val="142B4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679192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Server, No Compromise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happens client-side, so images never leave the user's device.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19272" y="2423160"/>
            <a:ext cx="2606040" cy="3291840"/>
          </a:xfrm>
          <a:prstGeom prst="rect">
            <a:avLst/>
          </a:prstGeom>
          <a:solidFill>
            <a:srgbClr val="142B4E"/>
          </a:solidFill>
          <a:ln/>
        </p:spPr>
      </p:sp>
      <p:sp>
        <p:nvSpPr>
          <p:cNvPr id="12" name="Shape 10"/>
          <p:cNvSpPr/>
          <p:nvPr/>
        </p:nvSpPr>
        <p:spPr>
          <a:xfrm>
            <a:off x="3547872" y="2679192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872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3547872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Techniques Win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7872" y="4114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four algorithms outperforms any single method used alone.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9904" y="2423160"/>
            <a:ext cx="2606040" cy="3291840"/>
          </a:xfrm>
          <a:prstGeom prst="rect">
            <a:avLst/>
          </a:prstGeom>
          <a:solidFill>
            <a:srgbClr val="142B4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18504" y="2679192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18504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318504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Genuinely Accessible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18504" y="4114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or specialised software — works in any modern browser.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60536" y="2423160"/>
            <a:ext cx="2606040" cy="3291840"/>
          </a:xfrm>
          <a:prstGeom prst="rect">
            <a:avLst/>
          </a:prstGeom>
          <a:solidFill>
            <a:srgbClr val="142B4E"/>
          </a:solidFill>
          <a:ln/>
        </p:spPr>
      </p:sp>
      <p:sp>
        <p:nvSpPr>
          <p:cNvPr id="22" name="Shape 20"/>
          <p:cNvSpPr/>
          <p:nvPr/>
        </p:nvSpPr>
        <p:spPr>
          <a:xfrm>
            <a:off x="9089136" y="2679192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3" name="Text 21"/>
          <p:cNvSpPr/>
          <p:nvPr/>
        </p:nvSpPr>
        <p:spPr>
          <a:xfrm>
            <a:off x="9089136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9089136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Foundation to Build 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89136" y="4114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opens the door to AI, batch processing and mobile apps.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22815" y="6510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42B4E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474720"/>
            <a:ext cx="5029200" cy="5029200"/>
          </a:xfrm>
          <a:prstGeom prst="ellipse">
            <a:avLst/>
          </a:prstGeom>
          <a:solidFill>
            <a:srgbClr val="142B4E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572000"/>
            <a:ext cx="2743200" cy="2743200"/>
          </a:xfrm>
          <a:prstGeom prst="ellipse">
            <a:avLst/>
          </a:prstGeom>
          <a:solidFill>
            <a:srgbClr val="1E8FA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01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68680" y="3081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806190"/>
            <a:ext cx="2011680" cy="0"/>
          </a:xfrm>
          <a:prstGeom prst="line">
            <a:avLst/>
          </a:prstGeom>
          <a:noFill/>
          <a:ln w="31750">
            <a:solidFill>
              <a:srgbClr val="FF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827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CLEARVISION IMAGE QUALITY ENHANCEMENT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Shouvik Dutta Banik  ·  Aditya Sharma  ·  Tarun Masanta  ·  Akash Verma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868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Mr. Shyamal Pal, Assistant Professor, Dept. of CSE</a:t>
            </a:r>
            <a:endParaRPr lang="en-US" dirty="0"/>
          </a:p>
        </p:txBody>
      </p:sp>
      <p:pic>
        <p:nvPicPr>
          <p:cNvPr id="12" name="Image 0" descr="assets/hetc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08676"/>
            <a:ext cx="960120" cy="9189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83080" y="5806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Hooghly Engineering &amp; Technology College, Hooghly  |  Dept. of CSE  |  2025 –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1554</Words>
  <Application>Microsoft Office PowerPoint</Application>
  <PresentationFormat>Widescreen</PresentationFormat>
  <Paragraphs>348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Shouvik Dutta</cp:lastModifiedBy>
  <cp:revision>2</cp:revision>
  <dcterms:created xsi:type="dcterms:W3CDTF">2026-07-13T03:59:36Z</dcterms:created>
  <dcterms:modified xsi:type="dcterms:W3CDTF">2026-07-14T19:04:18Z</dcterms:modified>
</cp:coreProperties>
</file>